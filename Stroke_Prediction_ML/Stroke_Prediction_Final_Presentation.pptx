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7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9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6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1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9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1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4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8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0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16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468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489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48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4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84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76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2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Stroke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t>Capstone Project 2</a:t>
            </a:r>
          </a:p>
          <a:p>
            <a:r>
              <a:t>Healthcare Analytics</a:t>
            </a:r>
          </a:p>
          <a:p>
            <a:r>
              <a:t>Chaitanya Srivastava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Stroke is a life-threatening condition.</a:t>
            </a:r>
          </a:p>
          <a:p>
            <a:r>
              <a:t>Early detection can reduce risk and save lives.</a:t>
            </a:r>
          </a:p>
          <a:p>
            <a:endParaRPr/>
          </a:p>
          <a:p>
            <a:r>
              <a:t>Goal: Predict stroke occurrence using patient health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Healthcare Stroke Dataset</a:t>
            </a:r>
          </a:p>
          <a:p>
            <a:r>
              <a:t>Target Variable: Stroke (0 = No, 1 = Yes)</a:t>
            </a:r>
          </a:p>
          <a:p>
            <a:r>
              <a:t>Contains demographic &amp; medical attributes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BMI values using median</a:t>
            </a:r>
          </a:p>
          <a:p>
            <a:r>
              <a:t>Dropped irrelevant ID column</a:t>
            </a:r>
          </a:p>
          <a:p>
            <a:r>
              <a:t>Encoded categorical variables</a:t>
            </a:r>
          </a:p>
          <a:p>
            <a:r>
              <a:t>Applied feature scaling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Stroke cases are highly imbalanced</a:t>
            </a:r>
          </a:p>
          <a:p>
            <a:r>
              <a:t>Age, hypertension, heart disease show strong patterns</a:t>
            </a:r>
          </a:p>
          <a:p>
            <a:r>
              <a:t>EDA helped understand medical risk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</a:t>
            </a:r>
          </a:p>
          <a:p>
            <a:r>
              <a:t>Decision Tree Classifier</a:t>
            </a:r>
          </a:p>
          <a:p>
            <a:r>
              <a:t>Random Forest Classifier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</a:t>
            </a:r>
          </a:p>
          <a:p>
            <a:r>
              <a:t>Precision, Recall, F1-score</a:t>
            </a:r>
          </a:p>
          <a:p>
            <a:r>
              <a:t>Confusion Matrix</a:t>
            </a:r>
          </a:p>
          <a:p>
            <a:r>
              <a:t>ROC Curve &amp; 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performed best</a:t>
            </a:r>
          </a:p>
          <a:p>
            <a:r>
              <a:t>Higher Recall ensured fewer missed stroke cases</a:t>
            </a:r>
          </a:p>
          <a:p>
            <a:r>
              <a:t>ROC-AUC showed good class separation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</a:t>
            </a:r>
          </a:p>
          <a:p>
            <a:r>
              <a:t>Hypertension</a:t>
            </a:r>
          </a:p>
          <a:p>
            <a:r>
              <a:t>Heart Disease</a:t>
            </a:r>
          </a:p>
          <a:p>
            <a:r>
              <a:t>Average Glucose Level</a:t>
            </a:r>
          </a:p>
          <a:p>
            <a:endParaRPr/>
          </a:p>
          <a:p>
            <a:r>
              <a:t>These factors strongly influence stroke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Medical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identification of high-risk patients</a:t>
            </a:r>
          </a:p>
          <a:p>
            <a:r>
              <a:t>Supports preventive healthcare decisions</a:t>
            </a:r>
          </a:p>
          <a:p>
            <a:r>
              <a:t>Reduces long-term treatment cost</a:t>
            </a:r>
          </a:p>
          <a:p>
            <a:r>
              <a:t>Improves patient 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an end-to-end ML pipeline</a:t>
            </a:r>
          </a:p>
          <a:p>
            <a:r>
              <a:t>Handled real-world healthcare challenges</a:t>
            </a:r>
          </a:p>
          <a:p>
            <a:r>
              <a:t>Demonstrated Data Scientist-level thinking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</TotalTime>
  <Words>197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Stroke Prediction using Machine Learning</vt:lpstr>
      <vt:lpstr>Problem Statement</vt:lpstr>
      <vt:lpstr>Dataset Overview</vt:lpstr>
      <vt:lpstr>Data Preprocessing</vt:lpstr>
      <vt:lpstr>Exploratory Data Analysis</vt:lpstr>
      <vt:lpstr>Machine Learning Models</vt:lpstr>
      <vt:lpstr>Model Evaluation Metrics</vt:lpstr>
      <vt:lpstr>Results</vt:lpstr>
      <vt:lpstr>Feature Importance</vt:lpstr>
      <vt:lpstr>Business &amp; Medical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Stroke Prediction using Machine Learning</dc:title>
  <dc:subject/>
  <dc:creator/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2025-12-19T17:25:53Z</dcterms:modified>
  <cp:category/>
</cp:coreProperties>
</file>